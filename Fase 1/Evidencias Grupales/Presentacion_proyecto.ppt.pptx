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43pD8VNLU4lyR3NMhwNwyp6I/I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LSON ANDRES GARRIDO RODRIGUEZ" initials="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2D4C78-591F-41EC-B267-C07699BCE49E}">
  <a:tblStyle styleId="{8A2D4C78-591F-41EC-B267-C07699BCE4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7T18:20:00.044" idx="3">
    <p:pos x="1073" y="1875"/>
    <p:text>Problema:
Farmax, una empresa con tres sucursales locales, enfrenta desafíos significativos debido a la falta de digitalización y automatización en sus procesos clave. Esto genera una gestión ineficiente del inventario, demoras en la atención al cliente y una incapacidad para competir con empresas más grandes que ya ofrecen servicios en línea. Como resultado, los clientes enfrentan inconvenientes para acceder a productos de primera necesidad de manera ágil y confiable, mientras que el personal de la empresa enfrenta complicaciones para realizar un seguimiento eficiente del stock y los pedidos.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ypyOOA"/>
      </p:ext>
    </p:extLst>
  </p:cm>
  <p:cm authorId="0" dt="2024-11-17T18:20:40.408" idx="2">
    <p:pos x="5014" y="1844"/>
    <p:text>Solucion:
Nuestra propuesta, es una plataforma tecnológica integrada que consta de una aplicación web para los clientes y una aplicación de escritorio para la administración interna. Esta solución permite gestionar inventarios de manera centralizada, ofrecer compras en línea con opciones de entrega y pago seguras, generar alertas automáticas de stock bajo y optimizar el seguimiento de pedidos. Con esta propuesta, Farmax podrá competir efectivamente en el mercado farmacéutico, mejorando tanto la experiencia del cliente como la eficiencia operativa de la empresa.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ypyOOE"/>
      </p:ext>
    </p:extLst>
  </p:cm>
  <p:cm authorId="0" dt="2024-11-18T03:27:44.320" idx="1">
    <p:pos x="6000" y="0"/>
    <p:text>Nelson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m_s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27:50.231" idx="4">
    <p:pos x="6000" y="0"/>
    <p:text>Nelson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m_w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27:56.921" idx="5">
    <p:pos x="6000" y="0"/>
    <p:text>Nelson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m_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28:04.875" idx="6">
    <p:pos x="6000" y="0"/>
    <p:text>Jordan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m_4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28:42.773" idx="7">
    <p:pos x="6000" y="0"/>
    <p:text>Jordan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m_8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30:41.524" idx="12">
    <p:pos x="6000" y="0"/>
    <p:text>Fernando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nAQ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31:56.774" idx="13">
    <p:pos x="6000" y="0"/>
    <p:text>Nelson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nAY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1-18T03:30:49.702" idx="14">
    <p:pos x="6000" y="0"/>
    <p:text>Jordan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YwaenAU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328F6C6-6B41-FCEE-E586-7A05F267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>
            <a:extLst>
              <a:ext uri="{FF2B5EF4-FFF2-40B4-BE49-F238E27FC236}">
                <a16:creationId xmlns:a16="http://schemas.microsoft.com/office/drawing/2014/main" id="{37F132CC-04DF-3703-CB08-F343699AF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>
            <a:extLst>
              <a:ext uri="{FF2B5EF4-FFF2-40B4-BE49-F238E27FC236}">
                <a16:creationId xmlns:a16="http://schemas.microsoft.com/office/drawing/2014/main" id="{66BBD664-6CCF-A6E5-FB53-72B474ECB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847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246C6D9-1C2D-3B31-9865-1DD66D93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>
            <a:extLst>
              <a:ext uri="{FF2B5EF4-FFF2-40B4-BE49-F238E27FC236}">
                <a16:creationId xmlns:a16="http://schemas.microsoft.com/office/drawing/2014/main" id="{B897685C-D8F1-40EE-B0EE-E89107299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>
            <a:extLst>
              <a:ext uri="{FF2B5EF4-FFF2-40B4-BE49-F238E27FC236}">
                <a16:creationId xmlns:a16="http://schemas.microsoft.com/office/drawing/2014/main" id="{CDFEE4AB-64B7-FBF1-4828-3691B997E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726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54342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57796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25555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936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44038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92783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59500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35830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13660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5731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28181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64490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3265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74388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60753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91977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s-C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3500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453574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3333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19751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s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s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014531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9677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101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6295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269656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535686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83667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810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5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comments" Target="../comments/commen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“Proyecto Farmax”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 dirty="0"/>
              <a:t>Ingeniería Informática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Escuela de Informática y Telecomunicaciones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Sede Puente Alto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2026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23826" y="1721059"/>
            <a:ext cx="6781052" cy="2241643"/>
            <a:chOff x="0" y="0"/>
            <a:chExt cx="6781052" cy="224164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Benjamín Bustamante	</a:t>
              </a:r>
              <a:endParaRPr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Morales</a:t>
              </a:r>
              <a:endParaRPr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613" y="2977825"/>
            <a:ext cx="24479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1125" y="2928225"/>
            <a:ext cx="25431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614525" y="1926739"/>
            <a:ext cx="10962900" cy="1965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plan incluye crear una página web y una aplicación de escritorio para la empresa "Farmax", que actualmente tiene tres tiendas locales en el país. La página web les dará a los clientes la oportunidad de comprar en línea, tener control sobre sus cuentas de usuario, recibir avisos y rastrear pedidos, mientras que la aplicación de escritorio se enfocará en la administración interna de inventarios y temas administrativos. Este proyecto tiene como objetivo digitalizar y centralizar los procesos comerciales y de gestión, mejorando la experiencia del cliente y la eficiencia operativa de la empresa.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ENTREGABLES        DESARROLLO         COSTOS         CRONOGRAMA         CALIDAD          ALCANCE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838190" y="563122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838199" y="1260801"/>
            <a:ext cx="10072800" cy="5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la gestión centralizada del inventario en las tres sucursales de Farmax.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 a los clientes una plataforma web para realizar compras en línea con opciones de entrega a domicilio o retiro en tienda.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 métodos de pago seguros para completar las transacciones.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la administración de pedidos, actualizando su estado en tiempo real para los clientes y el equipo interno.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la gestión de proveedores externos ni la negociación de precios de productos.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funcionalidades avanzadas de marketing, como campañas publicitarias automatizadas.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ofrece atención al cliente automatizada basada en inteligencia artificial.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implementación inicial se limita a las tres sucursales actuales de Farmasex en el país.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requiere acceso a internet para todas las funcionalidades relacionadas con la plataforma web y la actualización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aloja en la nube por el momento, aunque se considera como una posibilidad futura.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51224" y="1942850"/>
            <a:ext cx="10896000" cy="463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878750" y="2857475"/>
          <a:ext cx="10287000" cy="3048000"/>
        </p:xfrm>
        <a:graphic>
          <a:graphicData uri="http://schemas.openxmlformats.org/drawingml/2006/table">
            <a:tbl>
              <a:tblPr>
                <a:noFill/>
                <a:tableStyleId>{8A2D4C78-591F-41EC-B267-C07699BCE49E}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Inventario Centralizado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de Inventario en Tiempo Real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Transferencia de Stock entre Sucursales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Automáticas de Stock Bajo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del Catálogo de Productos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 Automática de Inventario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Búsqueda y Navegación en Catálogo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Carrito de Compras y Pedidos en Línea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Opciones de Entrega y Recogida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con Métodos de Pago Seguros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Pedidos y Notificación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 del Estado de Pedido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del Estado del Pedido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Usuarios y Gestión de Perfil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Segura de Usuarios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Atención al Cliente en Tiempo Real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Reclamaciones y Devoluciones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Generación de Reportes de Ventas e Inventario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Exportación de Reportes en Formatos Comunes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Filtro y Segmentación de Información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Automáticas a Clientes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de Alertas y Promociones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Descuentos y Promociones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Generación Automática de Etiquetas de Envío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" name="Google Shape;132;p6"/>
          <p:cNvSpPr txBox="1"/>
          <p:nvPr/>
        </p:nvSpPr>
        <p:spPr>
          <a:xfrm>
            <a:off x="1716350" y="2148050"/>
            <a:ext cx="86118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45825" y="1967026"/>
            <a:ext cx="10906800" cy="4528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955725" y="3189775"/>
          <a:ext cx="10287000" cy="2667000"/>
        </p:xfrm>
        <a:graphic>
          <a:graphicData uri="http://schemas.openxmlformats.org/drawingml/2006/table">
            <a:tbl>
              <a:tblPr>
                <a:noFill/>
                <a:tableStyleId>{8A2D4C78-591F-41EC-B267-C07699BCE49E}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Velocidad de Respuesta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Procesamiento de Transacciones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de Concurrencia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 en Tiempo Real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Cifrado de Datos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de Dos Factores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Acceso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Cumplimiento de Normativas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Interfaz Intuitiva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Responsivo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de Actividad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Redundancia y Respaldo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Recuperación ante Desastres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Compatibilidad entre Plataformas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Migración de Datos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Modularidad del Código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Completa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Actualizaciones y Parches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Exactitud de Datos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Interoperabilidad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Errores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0" name="Google Shape;140;p7"/>
          <p:cNvSpPr txBox="1"/>
          <p:nvPr/>
        </p:nvSpPr>
        <p:spPr>
          <a:xfrm>
            <a:off x="2070900" y="2234738"/>
            <a:ext cx="80502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title"/>
          </p:nvPr>
        </p:nvSpPr>
        <p:spPr>
          <a:xfrm>
            <a:off x="665402" y="852586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665402" y="1496666"/>
            <a:ext cx="10861200" cy="7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llevar a cabo el desarrollo del Proyecto APT, se seleccionaron tecnologías y herramientas que aseguran un entorno eficiente, escalable y adecuado a los requerimientos específicos de la solución. Estas tecnologías abarcan tanto la construcción de la aplicación de escritorio como la plataforma web y la gestión de datos, garantizando una integración óptima entre los diferentes componentes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Aplicación de Escritorio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Lenguaje: C#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Framework: Windows Forms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 Windows Forms se utilizó para desarrollar una interfaz gráfica que permite al personal administrativo gestionar el inventario, pedidos y otras funciones clave de manera local y directa.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Plataforma Web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Lenguaje: Python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 Python se empleó para implementar funcionalidades orientadas a los usuarios finales, como el carrito de compras, la gestión de pedidos y las notificaciones.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Base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Gestor de Base de Datos: MySQL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 MySQL fue seleccionado por su estabilidad, escalabilidad y capacidad para manejar de manera eficiente los datos de inventario, usuarios y transacciones entre las plataformas.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graphicFrame>
        <p:nvGraphicFramePr>
          <p:cNvPr id="179" name="Google Shape;179;p13"/>
          <p:cNvGraphicFramePr/>
          <p:nvPr>
            <p:extLst>
              <p:ext uri="{D42A27DB-BD31-4B8C-83A1-F6EECF244321}">
                <p14:modId xmlns:p14="http://schemas.microsoft.com/office/powerpoint/2010/main" val="2875861748"/>
              </p:ext>
            </p:extLst>
          </p:nvPr>
        </p:nvGraphicFramePr>
        <p:xfrm>
          <a:off x="982394" y="1977797"/>
          <a:ext cx="10287000" cy="1828680"/>
        </p:xfrm>
        <a:graphic>
          <a:graphicData uri="http://schemas.openxmlformats.org/drawingml/2006/table">
            <a:tbl>
              <a:tblPr>
                <a:noFill/>
                <a:tableStyleId>{8A2D4C78-591F-41EC-B267-C07699BCE49E}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CRONOGRAMA DE HITOS PRINCIPALES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 5 DE DESARROLLO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FASE 2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 8 - 15 DE DESARROLLO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SEMANA 17 - 18 DE DESARROLLO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0" name="Google Shape;1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9975" y="4085300"/>
            <a:ext cx="3152083" cy="23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86" name="Google Shape;1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6538" y="4899157"/>
            <a:ext cx="1989325" cy="1989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4"/>
          <p:cNvGraphicFramePr/>
          <p:nvPr>
            <p:extLst>
              <p:ext uri="{D42A27DB-BD31-4B8C-83A1-F6EECF244321}">
                <p14:modId xmlns:p14="http://schemas.microsoft.com/office/powerpoint/2010/main" val="3130163808"/>
              </p:ext>
            </p:extLst>
          </p:nvPr>
        </p:nvGraphicFramePr>
        <p:xfrm>
          <a:off x="952500" y="2438488"/>
          <a:ext cx="10287000" cy="2829458"/>
        </p:xfrm>
        <a:graphic>
          <a:graphicData uri="http://schemas.openxmlformats.org/drawingml/2006/table">
            <a:tbl>
              <a:tblPr>
                <a:noFill/>
                <a:tableStyleId>{8A2D4C78-591F-41EC-B267-C07699BCE49E}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 Planificación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$ 5.182.500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 Diseño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$20.302.500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Fase de Desarrollo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$ 11.220.000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 Pruebas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$ 2.063.750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 Implementación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$ 1.085.000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 Cierre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dirty="0"/>
                        <a:t>$ 2.000.000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8" name="Google Shape;188;p14"/>
          <p:cNvSpPr txBox="1"/>
          <p:nvPr/>
        </p:nvSpPr>
        <p:spPr>
          <a:xfrm>
            <a:off x="1760700" y="1756650"/>
            <a:ext cx="86706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x Fase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4"/>
          <p:cNvGraphicFramePr/>
          <p:nvPr/>
        </p:nvGraphicFramePr>
        <p:xfrm>
          <a:off x="952500" y="5360075"/>
          <a:ext cx="6256950" cy="1067500"/>
        </p:xfrm>
        <a:graphic>
          <a:graphicData uri="http://schemas.openxmlformats.org/drawingml/2006/table">
            <a:tbl>
              <a:tblPr>
                <a:noFill/>
                <a:tableStyleId>{8A2D4C78-591F-41EC-B267-C07699BCE49E}</a:tableStyleId>
              </a:tblPr>
              <a:tblGrid>
                <a:gridCol w="312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Presupuesto Proyecto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$ 45.000.000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Costo Total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$ 41.853.750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476250" y="3058231"/>
            <a:ext cx="11239775" cy="74130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Arial"/>
              </a:rPr>
              <a:t>Presentación </a:t>
            </a:r>
            <a:r>
              <a:rPr lang="es-CL" b="0" i="0" dirty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Arial"/>
              </a:rPr>
              <a:t>De Mockups</a:t>
            </a:r>
            <a:endParaRPr b="0" i="0" dirty="0"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AF1161C4-06BD-4D13-8BC0-57836F59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E2F4FE-4B7E-FE3B-FFB0-34B62515B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1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404DD043-2AA5-CD74-DC5D-FCC007ED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EC447E2-E07D-638F-2A7B-DBB15C02D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0810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4EF25485-971F-F897-DE5F-28456DFB3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700866"/>
            <a:ext cx="11950700" cy="4810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9108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ABB0-0274-CC0F-A296-9B717E1F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7235559-37F5-6719-DBF0-AD4DEB865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252714"/>
            <a:ext cx="11950700" cy="570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1137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F4A2-60B2-4D6B-0424-FBA9A565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2650B6E-7FEC-7537-30D7-8C25DA94FB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432847"/>
            <a:ext cx="11950700" cy="33461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9194317"/>
      </p:ext>
    </p:extLst>
  </p:cSld>
  <p:clrMapOvr>
    <a:masterClrMapping/>
  </p:clrMapOvr>
</p:sld>
</file>

<file path=ppt/theme/theme1.xml><?xml version="1.0" encoding="utf-8"?>
<a:theme xmlns:a="http://schemas.openxmlformats.org/drawingml/2006/main" name="Experiencia naranja">
  <a:themeElements>
    <a:clrScheme name="Experiencia naranja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6</TotalTime>
  <Words>795</Words>
  <Application>Microsoft Office PowerPoint</Application>
  <PresentationFormat>Panorámica</PresentationFormat>
  <Paragraphs>131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Oswald SemiBold</vt:lpstr>
      <vt:lpstr>Univers Condensed Light</vt:lpstr>
      <vt:lpstr>Experiencia naranja</vt:lpstr>
      <vt:lpstr>Presentación Capstone “Proyecto Farmax”</vt:lpstr>
      <vt:lpstr>Presentación de PowerPoint</vt:lpstr>
      <vt:lpstr>Descripción del Proyecto</vt:lpstr>
      <vt:lpstr>Presentación de PowerPoint</vt:lpstr>
      <vt:lpstr>Alcances</vt:lpstr>
      <vt:lpstr>Lista de Requerimientos Funcionales</vt:lpstr>
      <vt:lpstr>Lista de Requerimientos No Funcionales</vt:lpstr>
      <vt:lpstr>Tecnologías del Desarrollo</vt:lpstr>
      <vt:lpstr>Planificación</vt:lpstr>
      <vt:lpstr>Resumen de Costos Estimados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Jeanette Leonelli</cp:lastModifiedBy>
  <cp:revision>7</cp:revision>
  <dcterms:created xsi:type="dcterms:W3CDTF">2015-07-01T15:45:01Z</dcterms:created>
  <dcterms:modified xsi:type="dcterms:W3CDTF">2026-09-10T22:43:46Z</dcterms:modified>
</cp:coreProperties>
</file>